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latypi Medium" panose="020B0604020202020204" charset="0"/>
      <p:regular r:id="rId14"/>
    </p:embeddedFont>
    <p:embeddedFont>
      <p:font typeface="Source Serif 4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29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4167" y="1196644"/>
            <a:ext cx="10868745" cy="619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AI-Based Airline Reservation System</a:t>
            </a:r>
            <a:endParaRPr lang="en-US" sz="4500" u="sng" dirty="0"/>
          </a:p>
        </p:txBody>
      </p:sp>
      <p:sp>
        <p:nvSpPr>
          <p:cNvPr id="3" name="Text 1"/>
          <p:cNvSpPr/>
          <p:nvPr/>
        </p:nvSpPr>
        <p:spPr>
          <a:xfrm>
            <a:off x="2041702" y="236410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Relational Database Design, Transactions, &amp; AI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84166" y="3183474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2000" u="sng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 Members:</a:t>
            </a:r>
            <a:endParaRPr lang="en-US" sz="2000" u="sng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Krishna (24BCE0592)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200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Mahalaxmi R (24BAI0131)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200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Pratyush Kumar Sahoo (24BAI0012)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E20513-F641-80BD-0CAF-C53259CF7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800" y="6537932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619" y="117646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 Relational Schema</a:t>
            </a:r>
            <a:endParaRPr lang="en-US" sz="4500" u="sng" dirty="0"/>
          </a:p>
        </p:txBody>
      </p:sp>
      <p:sp>
        <p:nvSpPr>
          <p:cNvPr id="3" name="Text 1"/>
          <p:cNvSpPr/>
          <p:nvPr/>
        </p:nvSpPr>
        <p:spPr>
          <a:xfrm>
            <a:off x="773619" y="2424792"/>
            <a:ext cx="10868745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Uses MySQL relational database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Built entirely from scratch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Populated with realistic Indian aviation seed data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Links core transactions with machine learning predictions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3619" y="465593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Schema designed, then seeded with generated sample data for demos.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FE0735-1310-17C8-FF31-128C5EE1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432" y="6490215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587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Normalized Database Architecture</a:t>
            </a:r>
            <a:endParaRPr lang="en-US" sz="3250" u="sng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43298"/>
          <a:ext cx="10868746" cy="3805936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Table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Role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passenger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User profiles and credentials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airport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Core airport nodes (code, city)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flight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Scheduled flights and fares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seat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Independent seat inventory per flight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booking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Core transactional booking records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cancellation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Audit trail for cancelled bookings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7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prediction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Persistent AI model outputs and timestamps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9E8C6FB-816A-A87C-E02F-14D0E897A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27" y="6537932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11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Primary &amp; Foreign Key Topology</a:t>
            </a:r>
            <a:endParaRPr lang="en-US" sz="4000" u="sng" dirty="0"/>
          </a:p>
        </p:txBody>
      </p:sp>
      <p:sp>
        <p:nvSpPr>
          <p:cNvPr id="3" name="Text 1"/>
          <p:cNvSpPr/>
          <p:nvPr/>
        </p:nvSpPr>
        <p:spPr>
          <a:xfrm>
            <a:off x="661475" y="2537362"/>
            <a:ext cx="10868745" cy="2199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Follows Third Normal Form (3NF)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Primary keys: passenger_id, flight_id, booking_id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Foreign keys link tables for referential integrity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One passenger can hold many bookings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Flights map to many independent seats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Booking maps 1-to-1 with cancellation (optional)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Enforces NOT NULL, UNIQUE, CHECK constraints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374B7-3E28-936E-A14F-2706B569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426" y="6504317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321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Three Essential Files</a:t>
            </a:r>
            <a:endParaRPr lang="en-US" sz="4000" u="sng" dirty="0"/>
          </a:p>
        </p:txBody>
      </p:sp>
      <p:sp>
        <p:nvSpPr>
          <p:cNvPr id="3" name="Text 1"/>
          <p:cNvSpPr/>
          <p:nvPr/>
        </p:nvSpPr>
        <p:spPr>
          <a:xfrm>
            <a:off x="661475" y="239533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Clear functional pipeline showing responsibilities and order.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997960"/>
              </p:ext>
            </p:extLst>
          </p:nvPr>
        </p:nvGraphicFramePr>
        <p:xfrm>
          <a:off x="661475" y="3110607"/>
          <a:ext cx="10868745" cy="1922018"/>
        </p:xfrm>
        <a:graphic>
          <a:graphicData uri="http://schemas.openxmlformats.org/drawingml/2006/table">
            <a:tbl>
              <a:tblPr/>
              <a:tblGrid>
                <a:gridCol w="4347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charset="0"/>
                        </a:rPr>
                        <a:t>File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Responsibility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database/schema.sql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Builds tables, views, indexes, constraints, and trigger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database/db_connection.py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Python backend: connections, parameterized queries, transactions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database/seed_data.py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Populates airports, flights, seats, and demo passengers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4DCACAF-6EC1-3FFA-5289-1575DF457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432" y="6469366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35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Indexes, Views, and Triggers</a:t>
            </a:r>
            <a:endParaRPr lang="en-US" sz="4000" u="sng" dirty="0"/>
          </a:p>
        </p:txBody>
      </p:sp>
      <p:sp>
        <p:nvSpPr>
          <p:cNvPr id="3" name="Text 1"/>
          <p:cNvSpPr/>
          <p:nvPr/>
        </p:nvSpPr>
        <p:spPr>
          <a:xfrm>
            <a:off x="661474" y="2697573"/>
            <a:ext cx="10868745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 indexes on flight number and travel date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Views simplify multi-table JOIN results for demos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active_bookings_view exposes joined booking details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flight_occupancy_view shows current booking counts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passenger_booking_history preserves full history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Trigger trg_prevent_overbooking blocks zero-seat inserts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885AF-8D1B-903C-493A-1EE851FF9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799" y="6537932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72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book_flight() Workflow</a:t>
            </a:r>
            <a:endParaRPr lang="en-US" sz="4000" u="sng" dirty="0"/>
          </a:p>
        </p:txBody>
      </p:sp>
      <p:sp>
        <p:nvSpPr>
          <p:cNvPr id="3" name="Text 1"/>
          <p:cNvSpPr/>
          <p:nvPr/>
        </p:nvSpPr>
        <p:spPr>
          <a:xfrm>
            <a:off x="661475" y="2753023"/>
            <a:ext cx="10868745" cy="2199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Executes as a single atomic transaction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Locks chosen seat with SELECT ... FOR UPDATE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Locks flight row and checks available_seats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Inserts booking with status CONFIRMED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Updates seat status to BOOKED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Decrements flight.available_seats by one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Commits or rolls back on failure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103E7-49A1-E373-3B7B-F16B3EB03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725" y="6431243"/>
            <a:ext cx="1486029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899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cancel_booking() Transaction</a:t>
            </a:r>
            <a:endParaRPr lang="en-US" sz="4000" u="sng" dirty="0"/>
          </a:p>
        </p:txBody>
      </p:sp>
      <p:sp>
        <p:nvSpPr>
          <p:cNvPr id="3" name="Text 1"/>
          <p:cNvSpPr/>
          <p:nvPr/>
        </p:nvSpPr>
        <p:spPr>
          <a:xfrm>
            <a:off x="661474" y="2520110"/>
            <a:ext cx="10868745" cy="2199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Locks and verifies booking ownership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Calculates refund based on days to travel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Updates booking status to CANCELLED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Releases seat status to AVAILABLE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Increments flight.available_seats by one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Inserts a cancellation audit row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Commits or rolls back on failure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97D19-27C2-82D9-7FB3-448D3D056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27" y="6537932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38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Concurrency Control &amp; Security</a:t>
            </a:r>
            <a:endParaRPr lang="en-US" sz="4000" u="sng" dirty="0"/>
          </a:p>
        </p:txBody>
      </p:sp>
      <p:sp>
        <p:nvSpPr>
          <p:cNvPr id="3" name="Text 1"/>
          <p:cNvSpPr/>
          <p:nvPr/>
        </p:nvSpPr>
        <p:spPr>
          <a:xfrm>
            <a:off x="661474" y="2629582"/>
            <a:ext cx="10868745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Dual booking attempts create race conditions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Row-level locking serializes concurrent requests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SELECT ... FOR UPDATE prevents double-booking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 queries use parameterized %s placeholders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Prevents SQL injection and malicious queries</a:t>
            </a:r>
            <a:endParaRPr lang="en-US" sz="20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Trigger adds an extra database-side safety net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42602-25C4-D0AA-EE73-B722CB34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27" y="6469366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356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u="sng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Live Demonstration Strategy</a:t>
            </a:r>
            <a:endParaRPr lang="en-US" sz="4000" u="sng" dirty="0"/>
          </a:p>
        </p:txBody>
      </p:sp>
      <p:sp>
        <p:nvSpPr>
          <p:cNvPr id="3" name="Text 1"/>
          <p:cNvSpPr/>
          <p:nvPr/>
        </p:nvSpPr>
        <p:spPr>
          <a:xfrm>
            <a:off x="661475" y="2259111"/>
            <a:ext cx="10868745" cy="2199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Open MySQL Workbench to show seven tables</a:t>
            </a:r>
            <a:endParaRPr lang="en-US" sz="15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Run SELECT * FROM flight; and booking;</a:t>
            </a:r>
            <a:endParaRPr lang="en-US" sz="15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Show active_bookings_view JOINed output</a:t>
            </a:r>
            <a:endParaRPr lang="en-US" sz="15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Book a flight via Streamlit demo app</a:t>
            </a:r>
            <a:endParaRPr lang="en-US" sz="15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Verify new rows in booking and prediction tables</a:t>
            </a:r>
            <a:endParaRPr lang="en-US" sz="15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Cancel booking and show cancellation row added</a:t>
            </a:r>
            <a:endParaRPr lang="en-US" sz="15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Open schema.sql to highlight FK, CHECK, trigger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4714776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F3E3D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54488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492134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Demo proves real-time app </a:t>
            </a: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database connectivity.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CE3B7C-AA12-FA9E-E233-4A9977F2D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627" y="6537932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1839" y="2912269"/>
            <a:ext cx="266832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 !!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578EA-CBEA-9FA4-73B2-73C04F73A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627" y="6524992"/>
            <a:ext cx="1539373" cy="320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518</Words>
  <Application>Microsoft Office PowerPoint</Application>
  <PresentationFormat>Widescreen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Platypi Medium</vt:lpstr>
      <vt:lpstr>Source Serif 4</vt:lpstr>
      <vt:lpstr>Noto Color Emoji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Krishna ‌‌‍</cp:lastModifiedBy>
  <cp:revision>17</cp:revision>
  <dcterms:created xsi:type="dcterms:W3CDTF">2026-09-24T18:23:43Z</dcterms:created>
  <dcterms:modified xsi:type="dcterms:W3CDTF">2026-09-24T18:33:19Z</dcterms:modified>
</cp:coreProperties>
</file>